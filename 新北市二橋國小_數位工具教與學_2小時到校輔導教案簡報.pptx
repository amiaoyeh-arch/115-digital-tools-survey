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326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52B788"/>
                </a:solidFill>
                <a:latin typeface="Microsoft JhengHei"/>
              </a:defRPr>
            </a:pPr>
            <a:r>
              <a:rPr/>
              <a:t>新北市學習共同體輔導團｜入校輔導專案</a:t>
            </a:r>
          </a:p>
          <a:p>
            <a:pPr>
              <a:spcAft>
                <a:spcPts val="1800"/>
              </a:spcAft>
              <a:defRPr sz="38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新北市二橋國小「數位工具教與學」</a:t>
            </a:r>
            <a:br/>
            <a:r>
              <a:rPr/>
              <a:t>2 小時到校輔導課程設計教案</a:t>
            </a:r>
          </a:p>
          <a:p>
            <a:pPr>
              <a:spcAft>
                <a:spcPts val="3200"/>
              </a:spcAft>
              <a:defRPr sz="2000" b="1">
                <a:solidFill>
                  <a:srgbClr val="D8F3DC"/>
                </a:solidFill>
                <a:latin typeface="Microsoft JhengHei"/>
              </a:defRPr>
            </a:pPr>
            <a:r>
              <a:rPr/>
              <a:t>🎯 依據 19 位全校教師問卷診斷・破除載具分心・AI 命製跳躍任務</a:t>
            </a:r>
          </a:p>
          <a:p>
            <a:pPr>
              <a:defRPr sz="1400">
                <a:solidFill>
                  <a:srgbClr val="B7E4C7"/>
                </a:solidFill>
                <a:latin typeface="Microsoft JhengHei"/>
              </a:defRPr>
            </a:pPr>
            <a:r>
              <a:rPr/>
              <a:t>研習對象：新北市二橋國小全體教師　｜　研習時間：120 分鐘（實作工作坊）</a:t>
            </a:r>
            <a:br/>
            <a:r>
              <a:rPr/>
              <a:t>教案規劃：新北市學習共同體輔導團　｜　數據來源：115數位工具前置調查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3716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二橋國小學情診斷：全校教師四大關鍵畫像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25603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👥 年段極均衡</a:t>
            </a:r>
          </a:p>
          <a:p>
            <a:pPr algn="ctr">
              <a:spcAft>
                <a:spcPts val="1200"/>
              </a:spcAft>
              <a:defRPr sz="32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19 位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低年級 4 位 (21%)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中年級 4 位 (21%)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高年級 4 位 (21%)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行政科任 7 位 (37%)</a:t>
            </a:r>
          </a:p>
          <a:p>
            <a:pPr>
              <a:spcBef>
                <a:spcPts val="800"/>
              </a:spcBef>
              <a:defRPr sz="14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★ 研習兼顧跨學段彈性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08760"/>
            <a:ext cx="25603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9164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🏆 資深骨幹主力</a:t>
            </a:r>
          </a:p>
          <a:p>
            <a:pPr algn="ctr">
              <a:spcAft>
                <a:spcPts val="1200"/>
              </a:spcAft>
              <a:defRPr sz="32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95%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21年以上資深 7 位 (37%)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中生代教師 6 位 (32%)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資深教師 5 位 (26%)</a:t>
            </a:r>
          </a:p>
          <a:p>
            <a:pPr>
              <a:spcBef>
                <a:spcPts val="800"/>
              </a:spcBef>
              <a:defRPr sz="14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★ 教學底蘊極深厚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25603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🖥️ 關鍵硬體王牌</a:t>
            </a:r>
          </a:p>
          <a:p>
            <a:pPr algn="ctr">
              <a:spcAft>
                <a:spcPts val="1200"/>
              </a:spcAft>
              <a:defRPr sz="32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100%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全校 19 班均內建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86 吋大型觸控螢幕！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(平板抽用或生生用)</a:t>
            </a:r>
          </a:p>
          <a:p>
            <a:pPr>
              <a:spcBef>
                <a:spcPts val="800"/>
              </a:spcBef>
              <a:defRPr sz="14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★ 重點在大螢幕共構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508760"/>
            <a:ext cx="25603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69164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📱 載具使用頻率</a:t>
            </a:r>
          </a:p>
          <a:p>
            <a:pPr algn="ctr">
              <a:spcAft>
                <a:spcPts val="1200"/>
              </a:spcAft>
              <a:defRPr sz="32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雙峰分佈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每週4次以上：37%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每月1-2次：26%</a:t>
            </a:r>
          </a:p>
          <a:p>
            <a:pPr>
              <a:spcAft>
                <a:spcPts val="300"/>
              </a:spcAft>
              <a:defRPr sz="1500">
                <a:solidFill>
                  <a:srgbClr val="212529"/>
                </a:solidFill>
                <a:latin typeface="Microsoft JhengHei"/>
              </a:defRPr>
            </a:pPr>
            <a:r>
              <a:rPr/>
              <a:t>偶爾使用：16%</a:t>
            </a:r>
          </a:p>
          <a:p>
            <a:pPr>
              <a:spcBef>
                <a:spcPts val="800"/>
              </a:spcBef>
              <a:defRPr sz="14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★ 高頻與少用並存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二橋三大痛點魔王 vs 模組票選期待 Top 3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🚨 二橋教師最大的三個課堂卡點</a:t>
            </a:r>
          </a:p>
          <a:p>
            <a:pPr>
              <a:spcAft>
                <a:spcPts val="200"/>
              </a:spcAft>
              <a:defRPr sz="17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1. 載具分心與破壞傾聽 (53%)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玩遊戲、發呆、不聽發言；螢幕亮著時眼神不再注視同伴。</a:t>
            </a:r>
          </a:p>
          <a:p>
            <a:pPr>
              <a:spcAft>
                <a:spcPts val="200"/>
              </a:spcAft>
              <a:defRPr sz="17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2. 操作載具耗時太久 (47%)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帳號登入繁瑣、連線不穩；搞載具嚴重壓縮小組深思時間！</a:t>
            </a:r>
          </a:p>
          <a:p>
            <a:pPr>
              <a:spcAft>
                <a:spcPts val="200"/>
              </a:spcAft>
              <a:defRPr sz="17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3. 跳躍題設計缺乏指引 (32%)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不知道如何結合數位設計高挑戰題（跳躍題信心僅 2.68 分）。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🎯 研習實作模組期待排行 Top 3</a:t>
            </a:r>
          </a:p>
          <a:p>
            <a:pPr>
              <a:spcAft>
                <a:spcPts val="2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🥇 【模組A】AI 命製跳躍任務 (10票 / 53%)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用 Gemini / NotebookLM 備課，3分鐘產出高層次跳躍題。</a:t>
            </a:r>
          </a:p>
          <a:p>
            <a:pPr>
              <a:spcAft>
                <a:spcPts val="2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🥈 【模組B】Padlet 共學互學神器 (9票 / 47%)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免付費互動牆，小組討論一鍵張貼，串聯大螢幕共構。</a:t>
            </a:r>
          </a:p>
          <a:p>
            <a:pPr>
              <a:spcAft>
                <a:spcPts val="2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🥉 【模組D】破除分心班級經營 (8票 / 42%)</a:t>
            </a:r>
          </a:p>
          <a:p>
            <a:pPr>
              <a:spcAft>
                <a:spcPts val="1200"/>
              </a:spcAft>
              <a:defRPr sz="1500">
                <a:solidFill>
                  <a:srgbClr val="495057"/>
                </a:solidFill>
                <a:latin typeface="Microsoft JhengHei"/>
              </a:defRPr>
            </a:pPr>
            <a:r>
              <a:rPr/>
              <a:t>螢幕反轉法與免登入快速常規，把時間還給學生對話！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課程指導心法：二橋專屬破局三策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34747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策略一：常規先行</a:t>
            </a:r>
          </a:p>
          <a:p>
            <a:pPr>
              <a:spcAft>
                <a:spcPts val="1600"/>
              </a:spcAft>
              <a:defRPr sz="1400">
                <a:solidFill>
                  <a:srgbClr val="495057"/>
                </a:solidFill>
                <a:latin typeface="Microsoft JhengHei"/>
              </a:defRPr>
            </a:pPr>
            <a:r>
              <a:rPr/>
              <a:t>守護實體傾聽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實踐『三秒蓋板 / 螢幕反轉』：發言時眼看同伴，載具平放。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免帳號極速入場：QR-Code 一掃即進，登入由 10分鐘壓到 30秒。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平板是『思維筆記本』，守護課堂溫潤眼神對話。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08760"/>
            <a:ext cx="34747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策略二：善用 86吋大屏</a:t>
            </a:r>
          </a:p>
          <a:p>
            <a:pPr>
              <a:spcAft>
                <a:spcPts val="1600"/>
              </a:spcAft>
              <a:defRPr sz="1400">
                <a:solidFill>
                  <a:srgbClr val="495057"/>
                </a:solidFill>
                <a:latin typeface="Microsoft JhengHei"/>
              </a:defRPr>
            </a:pPr>
            <a:r>
              <a:rPr/>
              <a:t>告別個別孤島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不推生生用平板各自孤立，改以 4人一組共用 1 載具共學。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各組多元解法一秒推播至黑板 86 吋觸控大螢幕。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教師在大屏圈選、對比，促發全班高階共構對話。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08760"/>
            <a:ext cx="347472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73736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策略三：AI 命題跳躍題</a:t>
            </a:r>
          </a:p>
          <a:p>
            <a:pPr>
              <a:spcAft>
                <a:spcPts val="1600"/>
              </a:spcAft>
              <a:defRPr sz="1400">
                <a:solidFill>
                  <a:srgbClr val="495057"/>
                </a:solidFill>
                <a:latin typeface="Microsoft JhengHei"/>
              </a:defRPr>
            </a:pPr>
            <a:r>
              <a:rPr/>
              <a:t>突破 2.68分信心瓶頸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課本單元丟給 AI，3分鐘解構文本三層次思維。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產出具備認知衝突的『伸展跳躍任務 (Jumping Task)』。</a:t>
            </a:r>
          </a:p>
          <a:p>
            <a:pPr>
              <a:spcAft>
                <a:spcPts val="1000"/>
              </a:spcAft>
              <a:defRPr sz="1600">
                <a:solidFill>
                  <a:srgbClr val="212529"/>
                </a:solidFill>
                <a:latin typeface="Microsoft JhengHei"/>
              </a:defRPr>
            </a:pPr>
            <a:r>
              <a:rPr/>
              <a:t>• 研習現場實作，每位老師帶走下週立即可用的教案！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2小時工作坊教案流程總覽（起承轉合）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4937760"/>
                <a:gridCol w="2041855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時間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環節主題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研習核心實作任務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對接模組與痛點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00:00-00:15</a:t>
                      </a:r>
                    </a:p>
                    <a:p>
                      <a:r>
                        <a:t>(15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【起】現場共鳴</a:t>
                      </a:r>
                    </a:p>
                    <a:p>
                      <a:r>
                        <a:t>二橋數據健檢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• 投放大螢幕展示二橋 19 位教師真實痛點數據</a:t>
                      </a:r>
                    </a:p>
                    <a:p>
                      <a:r>
                        <a:t>• 點破盲點：「數位是梯子，傾聽才是靈魂」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76F51"/>
                          </a:solidFill>
                          <a:latin typeface="Microsoft JhengHei"/>
                        </a:defRPr>
                      </a:pPr>
                      <a:r>
                        <a:t>破冰共鳴</a:t>
                      </a:r>
                    </a:p>
                    <a:p>
                      <a:r>
                        <a:t>化解載具焦慮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00:15-00:40</a:t>
                      </a:r>
                    </a:p>
                    <a:p>
                      <a:r>
                        <a:t>(25 分鐘)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【承】破除分心</a:t>
                      </a:r>
                    </a:p>
                    <a:p>
                      <a:r>
                        <a:t>學共載具常規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• 免帳號極速入場：QR-Code 30秒進入討論</a:t>
                      </a:r>
                    </a:p>
                    <a:p>
                      <a:r>
                        <a:t>• 「三秒蓋板」常規：說話看眼睛、平放載具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76F51"/>
                          </a:solidFill>
                          <a:latin typeface="Microsoft JhengHei"/>
                        </a:defRPr>
                      </a:pPr>
                      <a:r>
                        <a:t>【模組 D】</a:t>
                      </a:r>
                    </a:p>
                    <a:p>
                      <a:r>
                        <a:t>終結操作耗時</a:t>
                      </a:r>
                    </a:p>
                    <a:p>
                      <a:r>
                        <a:t>破除載具分心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00:40-01:10</a:t>
                      </a:r>
                    </a:p>
                    <a:p>
                      <a:r>
                        <a:t>(30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【轉】小組共學</a:t>
                      </a:r>
                    </a:p>
                    <a:p>
                      <a:r>
                        <a:t>思維可視大屏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• 4人小組共用1載具：Padlet 免登入互動演練</a:t>
                      </a:r>
                    </a:p>
                    <a:p>
                      <a:r>
                        <a:t>• 86吋觸控大螢幕串聯：各組解法秒上大屏圈選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76F51"/>
                          </a:solidFill>
                          <a:latin typeface="Microsoft JhengHei"/>
                        </a:defRPr>
                      </a:pPr>
                      <a:r>
                        <a:t>【模組 B】</a:t>
                      </a:r>
                    </a:p>
                    <a:p>
                      <a:r>
                        <a:t>共學互學神器</a:t>
                      </a:r>
                    </a:p>
                    <a:p>
                      <a:r>
                        <a:t>大螢幕高階共構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01:10-01:50</a:t>
                      </a:r>
                    </a:p>
                    <a:p>
                      <a:r>
                        <a:t>(40 分鐘)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【合】AI 實戰</a:t>
                      </a:r>
                    </a:p>
                    <a:p>
                      <a:r>
                        <a:t>命製跳躍任務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• 文本解構三層次：提取 ➔ 統整 ➔ 伸展跳躍</a:t>
                      </a:r>
                    </a:p>
                    <a:p>
                      <a:r>
                        <a:t>• AI 咒語實戰：現場產出下週可用跳躍題教案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76F51"/>
                          </a:solidFill>
                          <a:latin typeface="Microsoft JhengHei"/>
                        </a:defRPr>
                      </a:pPr>
                      <a:r>
                        <a:t>【模組 A】</a:t>
                      </a:r>
                    </a:p>
                    <a:p>
                      <a:r>
                        <a:t>AI 備課賦能</a:t>
                      </a:r>
                    </a:p>
                    <a:p>
                      <a:r>
                        <a:t>跳躍題信心提升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01:50-02:00</a:t>
                      </a:r>
                    </a:p>
                    <a:p>
                      <a:r>
                        <a:t>(10 分鐘)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【座談】現場回饋</a:t>
                      </a:r>
                    </a:p>
                    <a:p>
                      <a:r>
                        <a:t>二橋個別解惑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Microsoft JhengHei"/>
                        </a:defRPr>
                      </a:pPr>
                      <a:r>
                        <a:t>• 精準回答二橋老師個別提問（低年級、互動教材）</a:t>
                      </a:r>
                    </a:p>
                    <a:p>
                      <a:r>
                        <a:t>• 發布「二橋專屬數位學共資源包」雲端連結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76F51"/>
                          </a:solidFill>
                          <a:latin typeface="Microsoft JhengHei"/>
                        </a:defRPr>
                      </a:pPr>
                      <a:r>
                        <a:t>個別提問現場破解</a:t>
                      </a:r>
                    </a:p>
                    <a:p>
                      <a:r>
                        <a:t>課後持續陪伴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模組 D 落地實務：破除分心與學共載具常規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10728655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18488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一、 根絕『耗時15分鐘』的極速登入常規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傳統痛點：學生忘記帳號密碼、大小寫分不清，搞登入消耗半堂課！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解決對策：全面採用『零登入 / 免帳號 QR-Code』與短網址代碼直達。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課堂成效：開機掃描 30 秒進入討論情境，把完整時間還給學生深度對話！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39"/>
            <a:ext cx="10728655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72967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二、 守護眼神與語言的『三秒蓋板三步驟』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步驟 1【倒數指令】：口令『3、2、1，螢幕蓋板』，全班動作一致。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步驟 2【姿態重置】：平板面朝下平放桌角，雙手自然置於桌面，停止滑動。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步驟 3【視線聚焦】：雙眼抬起注視發言夥伴，啟動高專注實體傾聽關係。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10728655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727448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三、 低年級學童的『防卡關三法寶』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法寶 1【顏色組別平板】：背貼大面積紅/藍/黃/綠標籤，依組領取不分個人機。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法寶 2【免注音打字】：引導學生按下麥克風語音輸入，或拍下小白板實體操作。</a:t>
            </a:r>
          </a:p>
          <a:p>
            <a:pPr>
              <a:spcAft>
                <a:spcPts val="200"/>
              </a:spcAft>
              <a:defRPr sz="1450">
                <a:solidFill>
                  <a:srgbClr val="212529"/>
                </a:solidFill>
                <a:latin typeface="Microsoft JhengHei"/>
              </a:defRPr>
            </a:pPr>
            <a:r>
              <a:rPr/>
              <a:t>• 法寶 3【單一桌面捷徑】：桌面僅留一個當日任務網頁捷徑，點開直接開始。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模組 B 落地實務：Padlet 小組共學與 86吋大屏共構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📱 小組輕量共學：4人共用 1 載具</a:t>
            </a:r>
          </a:p>
          <a:p>
            <a:pPr>
              <a:spcAft>
                <a:spcPts val="600"/>
              </a:spcAft>
              <a:defRPr sz="16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為什麼不推生生用平板？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人手一台容易陷入『各自孤島』，各滑各的，完全沒有真正的傾聽與對話！</a:t>
            </a:r>
          </a:p>
          <a:p>
            <a:pPr>
              <a:spcAft>
                <a:spcPts val="600"/>
              </a:spcAft>
              <a:defRPr sz="16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4人共用 1 載具的協作魔力：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角色輪替：1 人負責記錄，其餘 3 人專注發想、檢核與質疑討論。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實體對話先行：組內必須先達成共識，才能由記錄者打字或拍照上傳。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Padlet 零門檻張貼：小組將解法卡、疑惑卡一鍵張貼，隨時回溯思考軌跡。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🖥️ 86吋觸控大螢幕：思維可視化共構</a:t>
            </a:r>
          </a:p>
          <a:p>
            <a:pPr>
              <a:spcAft>
                <a:spcPts val="600"/>
              </a:spcAft>
              <a:defRPr sz="16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全校 100% 內建大螢幕的最強戰術：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全班想法並列：大螢幕同時並列各組思考路徑，告別單組輪流報的枯燥。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觸控筆畫圈連線：教師與學生走上講台，直接在大屏圈出亮點與矛盾。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促發全班對話：『第 2 組和第 4 組有什麼不同？誰能看懂他們的想法？』</a:t>
            </a:r>
          </a:p>
          <a:p>
            <a:pPr>
              <a:spcAft>
                <a:spcPts val="6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• 從作業升華為共構：大螢幕不是投影機，而是全班共同探究的大黑板！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模組 A 落地實務：AI Agent 命製學共伸展跳躍任務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34747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層次一：基礎提取題 (30%)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掌握課本事實、核心定義或基本算則。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• 例：主角遇到什麼困境？這題條件是什麼？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08760"/>
            <a:ext cx="34747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E09F3E"/>
                </a:solidFill>
                <a:latin typeface="Microsoft JhengHei"/>
              </a:defRPr>
            </a:pPr>
            <a:r>
              <a:rPr/>
              <a:t>層次二：推論統整題 (60%)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小組互學探究因果關係與多元解法。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• 例：為什麼做此選擇？兩種算式本質同嗎？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08760"/>
            <a:ext cx="34747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層次三：伸展跳躍題 (100% Jumping Task)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高認知挑戰、開放思考、促發同儕借力！</a:t>
            </a:r>
          </a:p>
          <a:p>
            <a:pPr>
              <a:spcAft>
                <a:spcPts val="200"/>
              </a:spcAft>
              <a:defRPr sz="1400">
                <a:solidFill>
                  <a:srgbClr val="212529"/>
                </a:solidFill>
                <a:latin typeface="Microsoft JhengHei"/>
              </a:defRPr>
            </a:pPr>
            <a:r>
              <a:rPr/>
              <a:t>• 例：如果結局翻轉，如何改寫？有何生活模型？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10728655" cy="24688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2B788"/>
                </a:solidFill>
                <a:latin typeface="Microsoft JhengHei"/>
              </a:defRPr>
            </a:pPr>
            <a:r>
              <a:rPr/>
              <a:t>🪄 現場實作：二橋專屬 AI 跳躍任務命題咒語（複製貼上 Gemini / ChatGPT）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你是一位專精日本佐藤學『學習共同體』教學法的國小教材研發專家。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我目前要教授［科目/年級/單元名稱］，課本段落或核心概念如下：［貼上課文或概念］。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請為我設計：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1. 2 題小組共學互學探究題（促發學生提出不同觀察角度與深層對話）。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2. 1 題高挑戰度的『伸展跳躍任務 (Jumping Task)』（具備認知衝突、開放思考、非單一標準答案）。</a:t>
            </a:r>
          </a:p>
          <a:p>
            <a:pPr>
              <a:spcAft>
                <a:spcPts val="200"/>
              </a:spcAft>
              <a:defRPr sz="1350">
                <a:solidFill>
                  <a:srgbClr val="F1F5F9"/>
                </a:solidFill>
                <a:latin typeface="Microsoft JhengHei"/>
              </a:defRPr>
            </a:pPr>
            <a:r>
              <a:rPr/>
              <a:t>3. 針對跳躍任務，提供老師 3 個課堂引導與追問的理答支架提問。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6"/>
          </a:solidFill>
          <a:ln>
            <a:solidFill>
              <a:srgbClr val="F6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學習共同體輔導團・2小時到校輔導教案</a:t>
            </a:r>
          </a:p>
          <a:p>
            <a:pPr>
              <a:defRPr sz="26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二橋個別提問現場破解：低年級不卡關與互動小遊戲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6576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76F51"/>
                </a:solidFill>
                <a:latin typeface="Microsoft JhengHei"/>
              </a:defRPr>
            </a:pPr>
            <a:r>
              <a:rPr/>
              <a:t>❓ 低年級老師提問：</a:t>
            </a:r>
          </a:p>
          <a:p>
            <a:pPr>
              <a:spcAft>
                <a:spcPts val="1200"/>
              </a:spcAft>
              <a:defRPr sz="19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「低年級學生如何快速上手不卡關？」</a:t>
            </a:r>
          </a:p>
          <a:p>
            <a:pPr>
              <a:spcAft>
                <a:spcPts val="800"/>
              </a:spcAft>
              <a:defRPr sz="16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💡 輔導團三階落地解方：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1. 【取消個人帳密】低年級不記帳號！每組 1 台貼顏色標籤的公用平板，掃 QR-code 直接進任務畫面。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2. 【語音輸入代替打字】學生按麥克風說話自動轉文字，識字量少也能暢所欲言表達思維。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3. 【拍照代替複雜操作】實體積木、小白板擺好後，小組『按拍照鍵』直接上傳，3 秒完成記錄！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9164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❓ 科任/資深老師提問：</a:t>
            </a:r>
          </a:p>
          <a:p>
            <a:pPr>
              <a:spcAft>
                <a:spcPts val="1200"/>
              </a:spcAft>
              <a:defRPr sz="1800" b="1">
                <a:solidFill>
                  <a:srgbClr val="1B4332"/>
                </a:solidFill>
                <a:latin typeface="Microsoft JhengHei"/>
              </a:defRPr>
            </a:pPr>
            <a:r>
              <a:rPr/>
              <a:t>「如何設計互動小遊戲且不耗費許多時間？」</a:t>
            </a:r>
          </a:p>
          <a:p>
            <a:pPr>
              <a:spcAft>
                <a:spcPts val="800"/>
              </a:spcAft>
              <a:defRPr sz="1600" b="1">
                <a:solidFill>
                  <a:srgbClr val="2D6A4F"/>
                </a:solidFill>
                <a:latin typeface="Microsoft JhengHei"/>
              </a:defRPr>
            </a:pPr>
            <a:r>
              <a:rPr/>
              <a:t>💡 輔導團三階落地解方：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1. 【AI 餵料 1 分鐘生題庫】將課本貼給 Gemini：『產生 5 題四選一選擇題』，複製直接匯入 Wordwall。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2. 【Wordwall 一鍵換造型】貼入一次題目，系統自動切換打地鼠、輪盤、連連看，免重複備課！</a:t>
            </a:r>
          </a:p>
          <a:p>
            <a:pPr>
              <a:spcAft>
                <a:spcPts val="800"/>
              </a:spcAft>
              <a:defRPr sz="1500" b="0">
                <a:solidFill>
                  <a:srgbClr val="212529"/>
                </a:solidFill>
                <a:latin typeface="Microsoft JhengHei"/>
              </a:defRPr>
            </a:pPr>
            <a:r>
              <a:rPr/>
              <a:t>3. 【86吋大螢幕雙人擂台】免發平板！兩位學生直接上台在大螢幕觸控搶答，全班同步觀戰思辨！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>
            <a:solidFill>
              <a:srgbClr val="1B4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2B788"/>
                </a:solidFill>
                <a:latin typeface="Microsoft JhengHei"/>
              </a:defRPr>
            </a:pPr>
            <a:r>
              <a:rPr/>
              <a:t>攜手二橋・課後落地有保障</a:t>
            </a:r>
          </a:p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🎁 研習交付成果與課後陪伴資源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212080" cy="2011680"/>
          </a:xfrm>
          <a:prstGeom prst="roundRect">
            <a:avLst/>
          </a:prstGeom>
          <a:solidFill>
            <a:srgbClr val="285C42"/>
          </a:solidFill>
          <a:ln w="254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📦 成果一：即戰力教案現場產出</a:t>
            </a:r>
          </a:p>
          <a:p>
            <a:pPr>
              <a:defRPr sz="1500">
                <a:solidFill>
                  <a:srgbClr val="D8F3DC"/>
                </a:solidFill>
                <a:latin typeface="Microsoft JhengHei"/>
              </a:defRPr>
            </a:pPr>
            <a:r>
              <a:rPr/>
              <a:t>每位參與研習的老師，在 40 分鐘實作中現場完成 1 份下週就能直接進班上陣的學共伸展跳躍任務教案！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20240"/>
            <a:ext cx="5212080" cy="2011680"/>
          </a:xfrm>
          <a:prstGeom prst="roundRect">
            <a:avLst/>
          </a:prstGeom>
          <a:solidFill>
            <a:srgbClr val="285C42"/>
          </a:solidFill>
          <a:ln w="254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488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🪄 成果二：二橋專屬 AI 提示詞速查卡</a:t>
            </a:r>
          </a:p>
          <a:p>
            <a:pPr>
              <a:defRPr sz="1500">
                <a:solidFill>
                  <a:srgbClr val="D8F3DC"/>
                </a:solidFill>
                <a:latin typeface="Microsoft JhengHei"/>
              </a:defRPr>
            </a:pPr>
            <a:r>
              <a:rPr/>
              <a:t>提供二橋教師專屬《學共 AI 備課提示詞手冊》，包含國語閱讀理解、數學多解探究之標準 Prompt。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212080" cy="2011680"/>
          </a:xfrm>
          <a:prstGeom prst="roundRect">
            <a:avLst/>
          </a:prstGeom>
          <a:solidFill>
            <a:srgbClr val="285C42"/>
          </a:solidFill>
          <a:ln w="254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📋 成果三：學共載具班級常規檢核表</a:t>
            </a:r>
          </a:p>
          <a:p>
            <a:pPr>
              <a:defRPr sz="1500">
                <a:solidFill>
                  <a:srgbClr val="D8F3DC"/>
                </a:solidFill>
                <a:latin typeface="Microsoft JhengHei"/>
              </a:defRPr>
            </a:pPr>
            <a:r>
              <a:rPr/>
              <a:t>提供低年級與中高年級適用的課堂常規檢核清單（螢幕蓋板三步驟口令、4人小組分工合作指標）。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14800"/>
            <a:ext cx="5212080" cy="2011680"/>
          </a:xfrm>
          <a:prstGeom prst="roundRect">
            <a:avLst/>
          </a:prstGeom>
          <a:solidFill>
            <a:srgbClr val="285C42"/>
          </a:solidFill>
          <a:ln w="254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343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Microsoft JhengHei"/>
              </a:defRPr>
            </a:pPr>
            <a:r>
              <a:rPr/>
              <a:t>🤝 成果四：輔導團雲端資源庫持續陪伴</a:t>
            </a:r>
          </a:p>
          <a:p>
            <a:pPr>
              <a:defRPr sz="1500">
                <a:solidFill>
                  <a:srgbClr val="D8F3DC"/>
                </a:solidFill>
                <a:latin typeface="Microsoft JhengHei"/>
              </a:defRPr>
            </a:pPr>
            <a:r>
              <a:rPr/>
              <a:t>建立二橋國小專屬雲端硬碟，講師示範簡報、Padlet 範本、觀課議課實例影片持續共享與支持更新。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